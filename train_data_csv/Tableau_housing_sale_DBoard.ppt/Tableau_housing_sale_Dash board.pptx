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84" d="100"/>
          <a:sy n="84" d="100"/>
        </p:scale>
        <p:origin x="56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C92E48BB-2085-4FC2-B27F-1440D2C273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Tableau_housing_sale_DBoard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8169CF5A-7D61-4885-8E92-E210823360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>
            <a:extLst>
              <a:ext uri="{FF2B5EF4-FFF2-40B4-BE49-F238E27FC236}">
                <a16:creationId xmlns:a16="http://schemas.microsoft.com/office/drawing/2014/main" id="{68CE0C90-E8E5-450A-82F0-6B81945C7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8380" y="124666"/>
            <a:ext cx="11139404" cy="6606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Tableau_housing_sale_DBoard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Divya Gugulothu</cp:lastModifiedBy>
  <cp:revision>1</cp:revision>
  <dcterms:created xsi:type="dcterms:W3CDTF">2024-02-19T18:47:23Z</dcterms:created>
  <dcterms:modified xsi:type="dcterms:W3CDTF">2026-02-27T05:46:04Z</dcterms:modified>
</cp:coreProperties>
</file>